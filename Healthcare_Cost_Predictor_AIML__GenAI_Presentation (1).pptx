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-62" y="-40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179388" y="692150"/>
            <a:ext cx="8913812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588" y="549275"/>
            <a:ext cx="9144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08175" y="2492375"/>
            <a:ext cx="5545138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ctrTitle"/>
          </p:nvPr>
        </p:nvSpPr>
        <p:spPr>
          <a:xfrm>
            <a:off x="755650" y="620713"/>
            <a:ext cx="77724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1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88" y="333375"/>
            <a:ext cx="9144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3"/>
          <a:srcRect t="1094" r="8122" b="13318"/>
          <a:stretch>
            <a:fillRect/>
          </a:stretch>
        </p:blipFill>
        <p:spPr>
          <a:xfrm>
            <a:off x="5797550" y="4438650"/>
            <a:ext cx="3340100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9" name="Rectangle 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Healthcare Cost Predictor using AIML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2500" lnSpcReduction="20000"/>
          </a:bodyPr>
          <a:lstStyle/>
          <a:p>
            <a:r>
              <a:rPr smtClean="0">
                <a:latin typeface="Times New Roman" pitchFamily="18" charset="0"/>
                <a:cs typeface="Times New Roman" pitchFamily="18" charset="0"/>
              </a:rPr>
              <a:t>Domain: Artificial Intelligence &amp; Machine Learning (Gen AI)</a:t>
            </a:r>
          </a:p>
          <a:p>
            <a:r>
              <a:rPr smtClean="0">
                <a:latin typeface="Times New Roman" pitchFamily="18" charset="0"/>
                <a:cs typeface="Times New Roman" pitchFamily="18" charset="0"/>
              </a:rPr>
              <a:t>SDG 3 – Good Health &amp; Well-being</a:t>
            </a:r>
          </a:p>
          <a:p>
            <a:endParaRPr smtClean="0">
              <a:latin typeface="Times New Roman" pitchFamily="18" charset="0"/>
              <a:cs typeface="Times New Roman" pitchFamily="18" charset="0"/>
            </a:endParaRPr>
          </a:p>
          <a:p>
            <a:r>
              <a:rPr smtClean="0">
                <a:latin typeface="Times New Roman" pitchFamily="18" charset="0"/>
                <a:cs typeface="Times New Roman" pitchFamily="18" charset="0"/>
              </a:rPr>
              <a:t>Presented by: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COHORT 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 Rising healthcare insurance costs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Difficulty in accurate premium prediction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Need for data-driven healthcare pricing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Objective: Predict annual medical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insurance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charges</a:t>
            </a:r>
            <a:endParaRPr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 Predict annual insurance premiums using ML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Identify key cost-driving factors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Improve transparency in healthcare pricing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Align with Sustainable Development Goal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</a:t>
            </a:r>
            <a:r>
              <a:rPr>
                <a:latin typeface="Times New Roman" pitchFamily="18" charset="0"/>
                <a:cs typeface="Times New Roman" pitchFamily="18" charset="0"/>
              </a:rPr>
              <a:t>Source: Public Insurance Dataset (Kaggle)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Features: Age, Gender,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BMI</a:t>
            </a:r>
            <a:endParaRPr>
              <a:latin typeface="Times New Roman" pitchFamily="18" charset="0"/>
              <a:cs typeface="Times New Roman" pitchFamily="18" charset="0"/>
            </a:endParaRP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Smoker Status, Region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Target Variable: Insurance Charges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Approx. 1300+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 Handling missing values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Label Encoding (Smoker, Gender)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One-Hot Encoding (Region)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Feature Scaling (StandardScaler)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Train-Test Split (80% - 20%)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 Distribution of insurance charges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Age vs Charges analysis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BMI vs Charges analysis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Smoker vs Non-Smoker comparison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Correlation Matrix Heatmap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 Smoking status – Highest impact on cost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Age – Moderate impact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BMI – Significant contributor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Correlation-based ranking of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features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Region – Least impact</a:t>
            </a:r>
            <a:endParaRPr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>
                <a:latin typeface="Times New Roman" pitchFamily="18" charset="0"/>
                <a:cs typeface="Times New Roman" pitchFamily="18" charset="0"/>
              </a:rPr>
              <a:t>• Linear Regression</a:t>
            </a:r>
          </a:p>
          <a:p>
            <a:pPr>
              <a:buNone/>
            </a:pPr>
            <a:r>
              <a:rPr>
                <a:latin typeface="Times New Roman" pitchFamily="18" charset="0"/>
                <a:cs typeface="Times New Roman" pitchFamily="18" charset="0"/>
              </a:rPr>
              <a:t>• Decision Tree Regressor</a:t>
            </a:r>
          </a:p>
          <a:p>
            <a:pPr>
              <a:buNone/>
            </a:pPr>
            <a:r>
              <a:rPr>
                <a:latin typeface="Times New Roman" pitchFamily="18" charset="0"/>
                <a:cs typeface="Times New Roman" pitchFamily="18" charset="0"/>
              </a:rPr>
              <a:t>• Random Forest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Regressor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>
                <a:latin typeface="Times New Roman" pitchFamily="18" charset="0"/>
                <a:cs typeface="Times New Roman" pitchFamily="18" charset="0"/>
              </a:rPr>
              <a:t>Model comparison for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</a:t>
            </a:r>
            <a:r>
              <a:rPr>
                <a:latin typeface="Times New Roman" pitchFamily="18" charset="0"/>
                <a:cs typeface="Times New Roman" pitchFamily="18" charset="0"/>
              </a:rPr>
              <a:t>Data split into training &amp; testing sets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Model fitting on training data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Hyperparameter tuning (if applied)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Cross-validation </a:t>
            </a:r>
            <a:r>
              <a:rPr>
                <a:latin typeface="Times New Roman" pitchFamily="18" charset="0"/>
                <a:cs typeface="Times New Roman" pitchFamily="18" charset="0"/>
              </a:rPr>
              <a:t>for robustness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</a:t>
            </a:r>
            <a:r>
              <a:rPr>
                <a:latin typeface="Times New Roman" pitchFamily="18" charset="0"/>
                <a:cs typeface="Times New Roman" pitchFamily="18" charset="0"/>
              </a:rPr>
              <a:t>Mean Absolute Error (MAE)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Mean </a:t>
            </a:r>
            <a:r>
              <a:rPr>
                <a:latin typeface="Times New Roman" pitchFamily="18" charset="0"/>
                <a:cs typeface="Times New Roman" pitchFamily="18" charset="0"/>
              </a:rPr>
              <a:t>Squared Error (MSE)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Root Mean Squared Error (RMSE)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R² Score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Random </a:t>
            </a:r>
            <a:r>
              <a:rPr>
                <a:latin typeface="Times New Roman" pitchFamily="18" charset="0"/>
                <a:cs typeface="Times New Roman" pitchFamily="18" charset="0"/>
              </a:rPr>
              <a:t>Forest showed best performance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Higher R² score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Lower error metrics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Better generalization capability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Generative AI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 AI-based explanation of predicted cost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Personalized health risk suggestions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Chatbot interface for user queries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Prompt </a:t>
            </a:r>
            <a:r>
              <a:rPr>
                <a:latin typeface="Times New Roman" pitchFamily="18" charset="0"/>
                <a:cs typeface="Times New Roman" pitchFamily="18" charset="0"/>
              </a:rPr>
              <a:t>engineering for medical explanation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 Web application using Streamlit/Flask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User inputs personal details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System predicts insurance premium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Real-time AI-generated explanation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>
                <a:latin typeface="Times New Roman" pitchFamily="18" charset="0"/>
                <a:cs typeface="Times New Roman" pitchFamily="18" charset="0"/>
              </a:rPr>
              <a:t>Smoking </a:t>
            </a:r>
            <a:r>
              <a:rPr>
                <a:latin typeface="Times New Roman" pitchFamily="18" charset="0"/>
                <a:cs typeface="Times New Roman" pitchFamily="18" charset="0"/>
              </a:rPr>
              <a:t>is the most influential factor</a:t>
            </a:r>
          </a:p>
          <a:p>
            <a:r>
              <a:rPr smtClean="0">
                <a:latin typeface="Times New Roman" pitchFamily="18" charset="0"/>
                <a:cs typeface="Times New Roman" pitchFamily="18" charset="0"/>
              </a:rPr>
              <a:t>ML </a:t>
            </a:r>
            <a:r>
              <a:rPr>
                <a:latin typeface="Times New Roman" pitchFamily="18" charset="0"/>
                <a:cs typeface="Times New Roman" pitchFamily="18" charset="0"/>
              </a:rPr>
              <a:t>models effectively predict healthcare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cost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Random Forest performed best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Generative AI improves user understanding</a:t>
            </a:r>
          </a:p>
          <a:p>
            <a:endParaRPr>
              <a:latin typeface="Times New Roman" pitchFamily="18" charset="0"/>
              <a:cs typeface="Times New Roman" pitchFamily="18" charset="0"/>
            </a:endParaRPr>
          </a:p>
          <a:p>
            <a:endParaRPr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0196" y="580768"/>
            <a:ext cx="78588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 smtClean="0">
                <a:latin typeface="Times New Roman" pitchFamily="18" charset="0"/>
                <a:cs typeface="Times New Roman" pitchFamily="18" charset="0"/>
              </a:rPr>
              <a:t>Future Scope</a:t>
            </a:r>
            <a:endParaRPr lang="en-US" sz="4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0195" y="1740413"/>
            <a:ext cx="7710616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 Deep Learning models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 Real-time insurance API integration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 AI-powered healthcare recommendations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 Mobile application development</a:t>
            </a:r>
          </a:p>
          <a:p>
            <a:pPr>
              <a:buFont typeface="Arial" pitchFamily="34" charset="0"/>
              <a:buChar char="•"/>
            </a:pPr>
            <a:r>
              <a:rPr lang="en-US" sz="3200" smtClean="0">
                <a:latin typeface="Times New Roman" pitchFamily="18" charset="0"/>
                <a:cs typeface="Times New Roman" pitchFamily="18" charset="0"/>
              </a:rPr>
              <a:t>  Integration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with hospital management systems</a:t>
            </a:r>
          </a:p>
          <a:p>
            <a:pPr>
              <a:buFont typeface="Arial" pitchFamily="34" charset="0"/>
              <a:buChar char="•"/>
            </a:pP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23070" y="2681416"/>
            <a:ext cx="408486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6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405</Words>
  <Application>WPS Presentation</Application>
  <PresentationFormat>On-screen Show (4:3)</PresentationFormat>
  <Paragraphs>82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Business Cooperate</vt:lpstr>
      <vt:lpstr>Healthcare Cost Predictor using AIML</vt:lpstr>
      <vt:lpstr>Problem Statement</vt:lpstr>
      <vt:lpstr>Project Objectives</vt:lpstr>
      <vt:lpstr>Dataset Overview</vt:lpstr>
      <vt:lpstr>Data Preprocessing</vt:lpstr>
      <vt:lpstr>Exploratory Data Analysis (EDA)</vt:lpstr>
      <vt:lpstr>Feature Importance Analysis</vt:lpstr>
      <vt:lpstr>Machine Learning Models</vt:lpstr>
      <vt:lpstr>Model Training Process</vt:lpstr>
      <vt:lpstr>Model Evaluation Metrics</vt:lpstr>
      <vt:lpstr>Best Model Selection</vt:lpstr>
      <vt:lpstr>Generative AI Integration</vt:lpstr>
      <vt:lpstr>Deployment</vt:lpstr>
      <vt:lpstr>Conclusion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Cost Predictor using AIML</dc:title>
  <dc:creator>HP</dc:creator>
  <dc:description>generated using python-pptx</dc:description>
  <cp:lastModifiedBy>HP</cp:lastModifiedBy>
  <cp:revision>12</cp:revision>
  <dcterms:created xsi:type="dcterms:W3CDTF">2013-01-27T09:14:00Z</dcterms:created>
  <dcterms:modified xsi:type="dcterms:W3CDTF">2026-03-03T09:44:02Z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83DE6995E6D147AF92948D320570A4F6_13</vt:lpwstr>
  </property>
  <property fmtid="{D5CDD505-2E9C-101B-9397-08002B2CF9AE}" pid="3" name="KSOProductBuildVer">
    <vt:lpwstr>1033-12.2.0.23196</vt:lpwstr>
  </property>
</Properties>
</file>